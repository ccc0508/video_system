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rojec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data_structure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liu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data_generation_zi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storage_and_inde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chen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imilarity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recommendation_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heat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cluster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